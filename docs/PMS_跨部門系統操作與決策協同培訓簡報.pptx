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1】：各位長官、各部門主管以及參與 QCC 的專案同仁大家好。</a:t>
            </a:r>
          </a:p>
          <a:p>
            <a:r>
              <a:t>今天由我代表『料事如神圈』向大家正式匯報『PMS 智能備料與排程推估系統』的跨部門操作實務與實戰情境演練。</a:t>
            </a:r>
          </a:p>
          <a:p>
            <a:r>
              <a:t>今天簡報除了說明各部門職責與介面外，我們特別規劃了『4 大工廠最常發生的突發情境模擬』，讓大家親眼見證系統如何幫助工廠在 5 分鐘內做出最佳排程與備料決策。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2】：這三大痛點是工廠日常最痛的死結，PMS 系統正是為了解決這三大痛點而設計。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3】：系統架構統一了資料庫與演算法，全廠擁有唯一的運算基準。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4】：MRP 演算法把成品缺口一層層拆解到塑膠粒與色母，並精準計算下單日期與進貨批次。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5】：WIP 引擎解決了夜班生產但沒全檢的帳面盲區，確保週二決策依據是最真實的庫存。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6】：緊張度看板像雷達一樣隨時掃描每張訂單會卡在哪個節點，並給出標準 SOP。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7】：業務同仁每週二開會直接看燈號做決定，拉動 What-If 滑桿就能預測客戶追加訂單的承接能力。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8】：供需透明化報告是業務跟國外客戶開會最強大的談判武器。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9】：製造生管同仁只要維護好模具穴數與週期，全廠排程自動連動計算。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10】：工程與品保維護的克重、損耗與良率是系統最核心的運算基石。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11】：這是我們工廠最常碰到的『黑天鵝急單追加』情境！</a:t>
            </a:r>
          </a:p>
          <a:p>
            <a:r>
              <a:t>客戶突然多要 5 萬顆，過去大家在會議室吵半天。現在業務只要把滑桿拉到 1.5x，</a:t>
            </a:r>
          </a:p>
          <a:p>
            <a:r>
              <a:t>系統立刻顯示黃燈，告訴生管『待驗區有貨，只要今天挑出來就能交』！</a:t>
            </a:r>
          </a:p>
          <a:p>
            <a:r>
              <a:t>採購同步確認原料在途充足，前後不到 5 分鐘，業務就能自信滿滿地答應客戶接單！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12】：情境二剛好相反，是『客戶砍單踩煞車』。</a:t>
            </a:r>
          </a:p>
          <a:p>
            <a:r>
              <a:t>過去業務收到客戶下修預測，採購不知道，照樣買了 5 噸德國原料，等貨漂洋過海到港才發現沒人要用，年底倉庫被塞爆，幾百萬資金就壓在那裡。</a:t>
            </a:r>
          </a:p>
          <a:p>
            <a:r>
              <a:t>現在 PMS 系統只要業務一把預測改小，採購打開 MRP 看到建議採購量直接變成 0，一秒鐘踩住煞車，替公司守住珍貴的現金流！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13】：情境三是車間最常發生的『模具塞穴』。</a:t>
            </a:r>
          </a:p>
          <a:p>
            <a:r>
              <a:t>16 穴模具塞了 2 穴，現場組長只要在系統把穴數改成 14，</a:t>
            </a:r>
          </a:p>
          <a:p>
            <a:r>
              <a:t>系統立刻告訴生管『產能掉了 12.5%，交期會被壓縮』！生管馬上把備用的 8 穴模開起來雙線生產，工程部排修模，客戶完全感受不到任何延遲，這就是真正的敏捷製造！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14】：情境四是我們最怕的『國外海運延誤』。</a:t>
            </a:r>
          </a:p>
          <a:p>
            <a:r>
              <a:t>船期延後 25 天，過去都是到了預定到貨日倉庫沒東西，才雞飛狗跳去借料，甚至機台停線。</a:t>
            </a:r>
          </a:p>
          <a:p>
            <a:r>
              <a:t>現在只要採購把新的船期輸進去，系統提前 45 天就亮紅燈，告訴我們 9 月底會斷料，採購有充裕的時間向國內同行借 1.5 噸先頂著，機台完全不需要停線！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15】：資料中心支援 Excel 無損匯入匯出，大家填寫習慣不變，上傳自帶防呆檢查。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16】：智慧雙模讓大家練習時有完整的 52 筆示範數據可用，正式上傳時無縫換檔。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17】：這是向總經理與各處主管報告的核心效益：開會變快、呆料歸零、客戶信賴提升！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【演講備忘錄 - Slide 18】：最後是推進時程，預計明年初全面上線。</a:t>
            </a:r>
          </a:p>
          <a:p>
            <a:r>
              <a:t>感謝各位長官與跨部門同仁的全力支持！接下來是現場 Q&amp;A 時間，請大家踴躍提問與交流，謝謝大家！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微軟正黑體"/>
              </a:defRPr>
            </a:pPr>
            <a:r>
              <a:t>QCC 料事如神圈 · 射出成型智能備料與排程推估平台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  <a:latin typeface="微軟正黑體"/>
              </a:defRPr>
            </a:pPr>
            <a:r>
              <a:t>料事如神系統 (PMS)</a:t>
            </a:r>
            <a:br/>
            <a:r>
              <a:t>跨部門操作實務、決策協同與情境演練手冊</a:t>
            </a:r>
          </a:p>
          <a:p>
            <a:pPr>
              <a:spcAft>
                <a:spcPts val="2400"/>
              </a:spcAft>
              <a:defRPr sz="1250">
                <a:solidFill>
                  <a:srgbClr val="94A3B8"/>
                </a:solidFill>
                <a:latin typeface="微軟正黑體"/>
              </a:defRPr>
            </a:pPr>
            <a:r>
              <a:t>消除供需時序落差 · 三階 MRP 自動展開 · 4 大實戰情境動態推演 · 支援週二出貨排程精準放行</a:t>
            </a:r>
          </a:p>
          <a:p>
            <a:pPr>
              <a:defRPr sz="1200">
                <a:solidFill>
                  <a:srgbClr val="10B981"/>
                </a:solidFill>
                <a:latin typeface="微軟正黑體"/>
              </a:defRPr>
            </a:pPr>
            <a:r>
              <a:t>報告對象：業務部 · 製造部 · 工程部 · 品保部 · 資材部 | 主講人：Wesley Chang |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【現狀剖析】 製造與供應鏈三大核心痛點深度剖析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資訊不對稱與長交期原料引發的經營與排程風險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痛點一：預測波動劇烈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微軟正黑體"/>
              </a:defRPr>
            </a:pPr>
            <a:r>
              <a:t>▶ 商務談判痛點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ICU 客戶行銷端提供未來半年/一年 Forecast，但歷史準確率僅 35%~41%，波動極大。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過去因缺乏客觀比對工具，業務端在每週視訊會議中無法有效反駁客戶的突然砍單或追加。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缺乏我方為其備料的客觀數據背書，商務談判處於被動責難局面。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痛點二：週二協調耗時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微軟正黑體"/>
              </a:defRPr>
            </a:pPr>
            <a:r>
              <a:t>▶ 現場排程痛點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每兩週接收 ICU Ship Schedule，業務需在每週二開會決議實際承接量。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業務與生管手動拉 Excel 表比對耗時 2 小時，容易因公式人為疏漏造成算錯。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夜班 12h 無人挑選之在製品 (WIP) 存在時序差，白天開會常誤判缺料不敢放行。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痛點三：爆倉與缺料兩難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微軟正黑體"/>
              </a:defRPr>
            </a:pPr>
            <a:r>
              <a:t>▶ 庫存資金痛點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德國 INEOS (MABS) 與美國 Avient (PVC) 原料採購交期長達 3~4 個月，MOQ 高達 5 噸。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客戶需求驟降時採購端無法即時煞車，引發高達 8,000 萬元呆滯庫存風險。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原料倉實體容積上限僅 10 噸，一次進櫃極易塞滿走道引發安全疑慮。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【架構總覽】 PMS 系統全域架構與單一事實來源 (SSOT)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4 大運算引擎 · 10 大標準主檔 · 5 層物料分類體系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718303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全廠單一事實來源 (SSOT)</a:t>
            </a:r>
          </a:p>
          <a:p>
            <a:pPr>
              <a:spcAft>
                <a:spcPts val="400"/>
              </a:spcAft>
              <a:defRPr sz="950" b="1">
                <a:solidFill>
                  <a:srgbClr val="0E7490"/>
                </a:solidFill>
                <a:latin typeface="微軟正黑體"/>
              </a:defRPr>
            </a:pPr>
            <a:r>
              <a:t>▶ 資料層 (Data Layer)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徹底打破部門資訊孤島，消除各自維護不同版本 Excel 的混亂。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將業務預測、實際訂單、機台模具、在庫與 WIP 整合至同一資料庫。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提供 10 大標準主檔維護與 3 級變更管制，確保數據高一致性。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1206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581912"/>
            <a:ext cx="4718303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五層階層化物料分類 (MECE)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領域模型 (Domain Model)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RAW (原料類，KG)：塑膠原粒、色母、色粉，受供應商規則管制。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MAT (物料類，PCS)：滅菌袋、紙箱、標籤、乾燥劑等包裝輔料。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PART (零件類，PCS)：單品射出成型件 (多數為直接出貨品)。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COMP (組件類，PCS)：次總成裝配件；SET (套件類)：最終組合成品。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142231"/>
            <a:ext cx="4718303" cy="2002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4 大高精度運算與推導引擎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運算層 (Computing Engines)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MRP 三階展開計算引擎：需求淨額 → BOM爆炸 → 採購建議與分批到貨。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WIP 日動態推估公式計算器：日累積模型 + 夜班 12h 時序差補償。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訂單全鏈路物料緊張度診斷引擎：6 大環節掃描 + 4 級色標告警。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全數據鏈路深度模擬器：4 大業務場景穿透與孤兒數據排查。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1206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4142231"/>
            <a:ext cx="4718303" cy="2002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智慧雙模換檔與資料中心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微軟正黑體"/>
              </a:defRPr>
            </a:pPr>
            <a:r>
              <a:t>▶ 應用層 (Application Gateway)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開箱預載 52 筆代表性全階層示範演練庫 (DEMO 模式)，零冷啟動。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匯入真實 Excel / JSON 時自動無縫換檔為【🟢 正式生產模式】。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支援隨時一鍵重載示範包或一鍵清空，供日常培訓與正式維運切換。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【核心演算法】 3 階 MRP 推導與倒推發單排程演算法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精確數學模型 · 消除 8,000 萬呆料與防爆倉分批進貨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步驟 1：成品淨需求計算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Step 1: Net Requirement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需求量來源：依需求沖銷模式 (疊加/沖銷/僅預估/僅實單) 計算總需求。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成品淨需求 = 總需求 - 成品良品現貨 - 待驗品(WIP×全檢良率)。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若成品現有量足夠，則淨需求為 0，無需啟動射出排程。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步驟 2：BOM 展開與損耗折算</a:t>
            </a:r>
          </a:p>
          <a:p>
            <a:pPr>
              <a:spcAft>
                <a:spcPts val="400"/>
              </a:spcAft>
              <a:defRPr sz="950" b="1">
                <a:solidFill>
                  <a:srgbClr val="9333EA"/>
                </a:solidFill>
                <a:latin typeface="微軟正黑體"/>
              </a:defRPr>
            </a:pPr>
            <a:r>
              <a:t>▶ Step 2: BOM Explosion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單件製品原料毛需求 = (單模淨重 + 料頭流道重/穴數) / 1000 (KG)。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考慮成型標準損耗率：實際原料需用量 = 毛需求 / (1 - 損耗率)。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考慮全檢良率：總原料毛需求 = 實際原料需用量 / 全檢良率標準。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若有色母配色需求，依添加比例 (如 2%) 同步展開色母原料毛需求。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步驟 3：倒推採購日與分批進貨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Step 3: Phased Procurement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原料淨需求 = 總原料毛需求 - 原料在庫 - 在途採購PO + 虛擬預扣量。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MOQ 取整：採購量 = 向上取整至供應商 MOQ (如 5 噸) 的整倍數。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倒推下單期限：Order Deadline = 需求交期 - 原料採購交期 - 製造工時天數。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分批進貨防爆倉：若採購量 &gt; 倉容上限 (10噸)，自動拆分為多批進櫃。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【核心演算法】 在製品 (WIP) 日動態推估與夜班時序差補償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日累積連續推演模型 · 消除 12 小時現場無人挑選時序差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WIP 日累積動態模型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動態公式推導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數學公式：WIP(t) = WIP(t-1) + P(t) - S(t)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WIP(t-1)：前一日結存之車間待驗在製品數量。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P(t)：當日射出機台理論產出總量。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S(t)：當日 3F 全檢作業實際挑選完成並入庫之良品數量。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機台理論產出 P(t) 計算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機台產能公式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P(t) = 運轉工時(h) × (3600 / 週期) × 妥善穴數 × (1 - 損耗率)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例如：運轉 24 小時、週期 25 秒、16 穴模、損耗 3%：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P(t) = 24 × (3600/25) × 16 × 0.97 = 53,683 PCS/日。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若模具有塞穴，自動以妥善穴數 (如 14 穴) 重新計算。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夜班 12h 時序差補償機制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微軟正黑體"/>
              </a:defRPr>
            </a:pPr>
            <a:r>
              <a:t>▶ 時序差消除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現場痛點：夜班 12 小時射出機持續運轉，但品保全檢人員未上班，產出堆積在 3F 待驗區。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隔天週二上午開會時，舊系統帳面良品庫存顯示為 0，容易誤判實質缺貨。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PMS 自動補償：有效可用量 = 成品現貨 + (WIP + 夜班推估產出) × 全檢良率標準。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【核心演算法】 訂單全鏈路物料緊張度雷達診斷引擎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6 大供應鏈環節瓶頸掃描 · 4 級緊張度色標與應變處置 SOP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6 大供應鏈瓶頸掃描環節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全鏈路 6 大節點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1. 成品在庫水位 (FG Stock)：現貨是否可 100% 覆蓋訂單？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2. 待驗 WIP 折算 (WIP Capacity)：3F 待驗品挑選後是否足夠？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3. 機台日產能極限 (Daily Capacity)：製造交期是否趕得上？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4. 原料在庫充足度 (RM On-hand)：廠內原料是否足夠射出？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5. 在途採購進度 (PO In-transit)：海運/報關/到廠 ETA 是否逾期？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6. 供應商交期緩衝 (Lead Time Buffer)：是否已進入安全交期紅線？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4 級緊張度色標評級標準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微軟正黑體"/>
              </a:defRPr>
            </a:pPr>
            <a:r>
              <a:t>▶ 4 級告警標準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🔴 致命缺料 (Critical Shortage)：原料或產能實質赤字，勢必延誤出貨。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🟡 產能緊張 (Capacity Tension)：現有良品不足，需 3F WIP 優先挑選支援。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🔵 即刻發單 (PO Urgent)：已進入供應商最晚發單期限 (Order Deadline)。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🟢 安全充裕 (Safe Buffer)：庫存、WIP 與在途原料全量覆蓋需求。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逐筆訂單根因分析與應變 SOP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處置 SOP 導引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系統提供逐筆訂單點擊展開功能，自動輸出根本原因分析 (RCA)。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配套標準處置 SOP：如提示生管『啟動 3F 夜班挑選加班』或提示採購『催促海運報關加速』。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支援全文檢索、客戶過濾與緊急程度排序，一目了然。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【部門實戰】 業務部門：週二出貨排程審查看板操作實務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每週二出貨協調會議專用 · 5 分鐘完成雙週排程放行決策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會議前：資料準備與載入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Step 1: 資料就緒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每兩週週一接收 ICU 或 MDX 最新出貨排程 (Ship Schedule)。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至『數據中心 ➔ 10大主檔維護』更新『業務預估需求檔』或至『無損資料中心』匯入 Excel。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確認品號與客戶料號對應正確 (支援 A01-200-131 與 R1-2355 雙品號)。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會議中：三色燈號審查放行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Step 2: 燈號審查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打開『週二出貨審查看板 (ShipScheduleClearanceView)』。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🟢 綠燈 (100% 可放行)：成品良品現貨充足，直接回覆客戶可準時出貨。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🟡 黃燈 (需 WIP 支援)：現貨不足但 3F 待驗品充足，現場指示生管優先挑選排程。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🔴 紅燈 (實質缺貨)：現貨與待驗品皆不足，現場協調插單生產或與客戶協商交期。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What-If 需求動態模擬滑桿</a:t>
            </a:r>
          </a:p>
          <a:p>
            <a:pPr>
              <a:spcAft>
                <a:spcPts val="400"/>
              </a:spcAft>
              <a:defRPr sz="950" b="1">
                <a:solidFill>
                  <a:srgbClr val="9333EA"/>
                </a:solidFill>
                <a:latin typeface="微軟正黑體"/>
              </a:defRPr>
            </a:pPr>
            <a:r>
              <a:t>▶ Step 3: What-If 模擬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拖曳看板頂部的『What-If 需求模擬滑桿 (0.5x ~ 2.0x)』。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即時模擬：如果 ICU 突然追加 50% 訂單，廠內產能與 WIP 是否接得住？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模擬結果即時動態連動三色燈號與缺口數量，輔助高階商務決策。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【部門實戰】 業務部門：預測偏差分析與客戶供需透明化報告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決策戰情室商務賦能 · 消除跨國客戶客訴與商務談判被動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歷史預測偏差率計算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微軟正黑體"/>
              </a:defRPr>
            </a:pPr>
            <a:r>
              <a:t>▶ 預測偏差客觀量化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數學公式：Deviation % = (Actual PO - Forecast) / Forecast × 100%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系統自動比對歷史各週次之預測需求與正式下單實績。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預測準確度評級條：紅色 (&lt;50% 極度不穩定)、黃色 (50~80% 尚可)、綠色 (&gt;80% 高度準確)。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供需透明化備料背書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備料客觀透明度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即時展示我方為該客戶因應 Forecast 所準備的特定原料總量。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客觀佐證結構：原料需求量 vs (廠內在庫良品 + 在途海運進櫃量)。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視覺化展示備料覆蓋率，消除客戶對我方『準備不足、資訊不透明』之質疑。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跨國視訊商務談判話術應用</a:t>
            </a:r>
          </a:p>
          <a:p>
            <a:pPr>
              <a:spcAft>
                <a:spcPts val="400"/>
              </a:spcAft>
              <a:defRPr sz="950" b="1">
                <a:solidFill>
                  <a:srgbClr val="0E7490"/>
                </a:solidFill>
                <a:latin typeface="微軟正黑體"/>
              </a:defRPr>
            </a:pPr>
            <a:r>
              <a:t>▶ 商務談判背書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當 ICU 採購主管質疑交期時，直接出示戰情室報表。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以客觀數據說明：『貴司今年某產品預估 100 萬，實下 50 萬，但我方仍依約備妥 8 噸原料在途』。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爭取更有利的 MOQ 承諾、長交期原料共擔責任或更長的出貨寬限期。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【部門實戰】 製造與生管：模具狀態維護與車間產能排程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責任角色：製造主管 / 車間組長 / 物料生管人員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模具主檔動態維護 (mold_master)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模具與穴數管制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15 組主力射出模具完整建檔 (涵蓋 2 穴至 32 穴)。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狀態管理：active(常態量產)、trial(試模)、maintenance(維修保養/修穴)、retired(封存報廢)。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動態塞穴調整：若 24 穴模具塞 2 穴，將妥善穴數改為 22，系統產能與原料耗用立刻自動聯動重新計算！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車間產能與成型週期掌控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機台產能規劃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精準維護成型週期 (Cycle Time，單位：秒)，如 T接頭 25.0s、直通接頭 18.0s、針筒外筒 32.0s。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系統自動推算單日極限產能與換模工時，防止生管超排機台負荷。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支援主模與備用模切換 (如 16 穴主模與 8 穴備用模自由選擇)。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月內自用料虛擬預扣 (Virtual Backflush)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微軟正黑體"/>
              </a:defRPr>
            </a:pPr>
            <a:r>
              <a:t>▶ 防呆扣料機制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解決傳統頂新 ERP 月底才扣料導致月中可用庫存虛增之盲區。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在『系統參數配置』中可啟用『虛擬預扣開關』。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排程展開時自動預先扣除月中已排產的自用料，防止因帳面虛假庫存而少訂料停線。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【部門實戰】 工程與品保：產品模具 BOM 與全檢良率標準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責任角色：工程主管 / 機構工程師 / 品保主管 / 檢驗員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產品模具 BOM (product_mold_bom)</a:t>
            </a:r>
          </a:p>
          <a:p>
            <a:pPr>
              <a:spcAft>
                <a:spcPts val="400"/>
              </a:spcAft>
              <a:defRPr sz="950" b="1">
                <a:solidFill>
                  <a:srgbClr val="0E7490"/>
                </a:solidFill>
                <a:latin typeface="微軟正黑體"/>
              </a:defRPr>
            </a:pPr>
            <a:r>
              <a:t>▶ BOM 核心參數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品號關聯模具代碼、主力原料品號 (如 RAW-ABS-2802 / RAW-PC-110)。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精準填報單模淨重 (net_mold_weight_g) 與料頭流道重 (runner_weight_g)。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設定標準成型損耗率 (std_mfg_scrap_rate，如 2%~5%) 與色母添加比 (如 2.0%)。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全檢良率標準 (yield_master)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品質標準基準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維護 3F 車間全檢合格率基準 (如 98.5% / 96.0%)。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作為 3 階 MRP 推導時折算原料毛需求之底層安全係數。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作為週二出貨審查時折算 WIP 有效可用量之乘數，防止不良品流入出貨計算。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品質紀錄與批次追溯閉環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閉環與追溯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全檢實際良率日報 (sorting_actual_yield_log)：記錄每日批號、全檢數、合格數與實際良率。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色母/色粉混合日報 (color_mixing_log)：記錄基礎樹脂與色母配比批次，實現醫療級 UDI 完整追溯。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良率異常主動回饋機制。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【情境演練 1】 情境模擬一：黑天鵝急單插單 / 客戶爆量追加 (+50%)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實戰模擬：ICU 週二前夕突然追加 50,000 PCS T接頭出貨需求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1. 突發業務情境 (Scenario)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微軟正黑體"/>
              </a:defRPr>
            </a:pPr>
            <a:r>
              <a:t>▶ 情境觸發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週二上午 09:00 出貨協調會前，ICU 採購突發特急信件：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T接頭 (A01-200-131) 本週出貨需求由原訂 100,000 PCS 緊急拉高至 150,000 PCS (+50%)！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傳統做法：業務與生管手動翻 Excel 表計算 2 小時，互相爭執到底交不交得出來。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2. PMS 系統操作演示 (Action)</a:t>
            </a:r>
          </a:p>
          <a:p>
            <a:pPr>
              <a:spcAft>
                <a:spcPts val="400"/>
              </a:spcAft>
              <a:defRPr sz="950" b="1">
                <a:solidFill>
                  <a:srgbClr val="9333EA"/>
                </a:solidFill>
                <a:latin typeface="微軟正黑體"/>
              </a:defRPr>
            </a:pPr>
            <a:r>
              <a:t>▶ 系統即時響應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1. 打開『週二出貨審查看板』，拖曳 What-If 滑桿至 1.5x (150%)。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2. 系統瞬間重新運算：放行燈號由 🟢 綠燈轉為 🟡 黃燈 (需 WIP 支援)。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3. 數據透視：現有良品庫存 15,000 PCS，3F 待驗區有 WIP 25,000 PCS，夜班已產出 20,000 PCS。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4. 切換至『3階 MRP 推導器』：原料 MABS 在途已有 5,000 KG 預計下週到港。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3. 跨部門協同處置 (Decision)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5分鐘決策放行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生管決策：當天立即安排 3F 全檢人員優先挑選 A01-200-131 批次，預計今日可入庫 44,000 PCS。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採購決策：確認在途原料足夠支撐下週持續射出，無需緊急空運原料。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業務決策：09:05 會議中直接回覆客戶：『15 萬全數接單，分兩批於本週五與下週二完整出貨！』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【情境演練 2】 情境模擬二：客戶突發預測下修 / 採購踩煞車防 8,000 萬爆倉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實戰模擬：MDX 突發砍單 30,000 PCS，系統精準攔截過量採購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1. 突發業務情境 (Scenario)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微軟正黑體"/>
              </a:defRPr>
            </a:pPr>
            <a:r>
              <a:t>▶ 情境觸發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MDX 因歐美終端通路銷售疲軟，週一更新 Forecast：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將 11 月 Y管 (C09-200-251) 預估需求由 120,000 PCS 驟降至 90,000 PCS (-25%)！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傳統做法：採購端往往不知情，仍依舊版預測向德國下單 5 噸 MABS 原料，導致年底爆倉積壓 8,000 萬元呆滯料！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2. PMS 系統操作演示 (Action)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微軟正黑體"/>
              </a:defRPr>
            </a:pPr>
            <a:r>
              <a:t>▶ 系統即時響應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1. 業務在主檔匯入最新預測，系統在『決策戰情室』即時觸發 🟡 預測下修防爆倉警報。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2. 採購打開『3階 MRP 推導器』執行展開：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3. 系統比對：成品淨缺口縮小，計算出原料毛需求僅剩 2,250 KG。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4. 扣除廠內現有庫存 2,450 KG 後，原料淨需求轉為 0 KG！建議採購量自動由 5,000 KG 歸零！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3. 跨部門協同處置 (Decision)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資金防禦成效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採購處置：系統 1 秒內踩住煞車，暫停向德國原廠發出 5 噸 (約 2 萬美元) 的 PO 發單作業。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倉管處置：避免 5 噸大宗原料進廠塞爆原料倉 (上限 10 噸)。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管理成效：成功消除數百萬元營運資金積壓，徹底解決年終呆滯存貨問題！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【情境演練 3】 情境模擬三：車間模具突發咬模塞穴 / 備用模雙線動態調配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實戰模擬：主力 16 穴模咬模塞 2 穴，系統動態重算產能與原料單耗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1. 突發車間情境 (Scenario)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微軟正黑體"/>
              </a:defRPr>
            </a:pPr>
            <a:r>
              <a:t>▶ 情境觸發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週三上午 10:30，1號廠射出機 A-03 上的主力 16 穴 T接頭模具 (MI-T-16C) 發生第 7、19 穴咬模！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現場組長緊急塞穴處理，實際稼動穴數降為 14 穴。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傳統做法：生管不知道塞穴，仍按 16 穴排產，導致月底交貨短缺 15%，且原料單耗計算失真。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2. PMS 系統操作演示 (Action)</a:t>
            </a:r>
          </a:p>
          <a:p>
            <a:pPr>
              <a:spcAft>
                <a:spcPts val="400"/>
              </a:spcAft>
              <a:defRPr sz="950" b="1">
                <a:solidFill>
                  <a:srgbClr val="9333EA"/>
                </a:solidFill>
                <a:latin typeface="微軟正黑體"/>
              </a:defRPr>
            </a:pPr>
            <a:r>
              <a:t>▶ 系統即時響應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1. 製造主管打開『10大主檔維護 ➔ 模具主檔』，將妥善穴數由 16 改為 14。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2. 系統後台自動聯動：日產能瞬間由 53,683 PCS 重算為 46,972 PCS (-12.5%)。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3. 單模流道料頭重量分攤自動重算：單件製品毛耗由 1.12g 微調至 1.21g。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4. 『訂單緊張度追蹤看板』立即發出 🟡 產能緊張預警，提示出貨寬限期壓縮 2.5 天！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3. 跨部門協同處置 (Decision)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雙線動態平衡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生管處置：生管立即啟用備用 8 穴模 (MI-T-08C) 於射出機 A-07 進行雙線併行排產，補齊 12.5% 產能缺口。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工程處置：工程部開立修模單，排定週五夜間進行模具超音波清洗與修穴。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結果：交期 100% 履約，原料耗用精準扣帳，無任何帳料偏差。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【情境演練 4】 情境模擬四：國外在途海運延誤 25 天 / 提前借料與調產預警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實戰模擬：德國原料海運 ETA 延期，系統提早 45 天發出斷料警報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1. 突發物流情境 (Scenario)</a:t>
            </a:r>
          </a:p>
          <a:p>
            <a:pPr>
              <a:spcAft>
                <a:spcPts val="400"/>
              </a:spcAft>
              <a:defRPr sz="950" b="1">
                <a:solidFill>
                  <a:srgbClr val="EF4444"/>
                </a:solidFill>
                <a:latin typeface="微軟正黑體"/>
              </a:defRPr>
            </a:pPr>
            <a:r>
              <a:t>▶ 情境觸發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德國 INEOS 航運公司發出通知：5 噸 MABS 原料 (PO-RM-2026-0501) 因紅海繞道與海關查驗，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預計到港日 (ETA) 由原訂 9/15 嚴重延誤至 10/10 (+25 天)！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傳統做法：等到 9/15 倉庫沒收到貨才發現斷料，射出機台被迫停線，引發客戶嚴重客訴與罰款！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2. PMS 系統操作演示 (Action)</a:t>
            </a:r>
          </a:p>
          <a:p>
            <a:pPr>
              <a:spcAft>
                <a:spcPts val="400"/>
              </a:spcAft>
              <a:defRPr sz="950" b="1">
                <a:solidFill>
                  <a:srgbClr val="9333EA"/>
                </a:solidFill>
                <a:latin typeface="微軟正黑體"/>
              </a:defRPr>
            </a:pPr>
            <a:r>
              <a:t>▶ 系統即時響應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1. 資材人員在『在途訂單檔』將狀態改為 delayed 並將 ETA 更新為 2026-10-10。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2. 『訂單緊張度追蹤看板』即時雷達掃描：針對 10 月初交期之訂單亮起 🔴 致命斷料紅燈！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3. 系統自動比對安全庫存：廠內目前庫存僅剩 2,450 KG，至 9/25 庫存將跌破安全水位 (2,500 KG)。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4. 系統輸出 SOP：建議提前 30 天向國內同業或代理商緊急調料 1,500 KG。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3. 跨部門協同處置 (Decision)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危機提早化解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採購處置：採購提前 40 天啟動國內現貨調料 1.5 噸，填補 9/25~10/10 的供應真空期。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生管處置：將非急單排程微調至 10/12 原料進廠後生產，優先保障 ICU 重點訂單。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結果：機台零停線，客戶出貨零延誤，成功化解供應鏈斷鏈危機！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【數據中心】 無損資料中心與 Excel / JSON 雙向交換 SOP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責任角色：全體使用者 / IT 系統維護窗口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標準 Excel 雙向匯出入</a:t>
            </a:r>
          </a:p>
          <a:p>
            <a:pPr>
              <a:spcAft>
                <a:spcPts val="400"/>
              </a:spcAft>
              <a:defRPr sz="950" b="1">
                <a:solidFill>
                  <a:srgbClr val="0E7490"/>
                </a:solidFill>
                <a:latin typeface="微軟正黑體"/>
              </a:defRPr>
            </a:pPr>
            <a:r>
              <a:t>▶ 標準 Excel 流程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進入『數據中心 ➔ 資料交換與模擬 (DataExchangeView)』。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點擊『下載正式生產空白範本 (.xlsx)』：獲取 9 大工作表標準 Excel 結構。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各部門在專屬工作表填報後，直接拖曳檔案至『智慧匯入區』上傳。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Dry-Run 預檢與安全防呆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預檢防呆機制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上傳後系統自動執行 Dry-Run 預檢，列出各工作表預計匯入筆數與格式診斷。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主鍵 (PK) 衝突自動執行覆蓋更新 (Upsert)，外鍵 (FK) 無效自動發出防呆警告。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自動校驗 material_class 五層分類與數字格式，確保數據 100% 潔淨。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全庫備份與資料復原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全庫備份與安全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點擊『匯出完整系統 JSON 備份檔 (.json)』可一鍵下載資料庫全量快照。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支援定時自動背景備份 (Admin 模式)，可設定每週/每日定時封存。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系統具備高容錯復原能力，任何誤操作皆可一秒匯入備份恢復。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【系統創新】 智慧雙模換檔機制 (Demo ↔ Production Mode)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開箱即用 52 筆全階層示範演練庫 · 匯入真實數據自動無縫換檔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模式一：🎮 示範演練模式 (DEMO)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開箱零冷啟動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開箱預載 52 筆代表性物料數據鏈 (RAW:12, MAT:8, PART:18, COMP:8, SET:6)。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涵蓋 15 組主力模具、良率標準、採購在途訂單，全數據鏈 100% 貫通閉環。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頂部狀態列即時顯示『🎮 示範演練模式 (DEMO)』(天藍標籤)。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用途：新進員工培訓、QCC 成果展示、跨部門推演練習。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智慧換檔：🟢 正式生產模式 (PROD)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無縫切換正式庫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當各責任單位在資料中心上傳真實生產 Excel / JSON 時：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系統自動清空示範假資料，無縫切換為主體真實生產數據庫！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頂部狀態列自動亮起『🟢 正式生產模式 (PROD)』(翡翠綠標籤)。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徹底防止示範演練資料與真實生產資料交叉污染 (Zero Contamination)。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沙盒控制：雙向自由切換</a:t>
            </a:r>
          </a:p>
          <a:p>
            <a:pPr>
              <a:spcAft>
                <a:spcPts val="400"/>
              </a:spcAft>
              <a:defRPr sz="950" b="1">
                <a:solidFill>
                  <a:srgbClr val="9333EA"/>
                </a:solidFill>
                <a:latin typeface="微軟正黑體"/>
              </a:defRPr>
            </a:pPr>
            <a:r>
              <a:t>▶ 沙盒自由切換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在資料交換中心隨時提供兩大一鍵換檔按鈕：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👉 🎮 一鍵載入 52 筆示範演練庫：隨時重置回演練沙盒環境。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👉 🧹 一鍵清空資料庫 (切換為純淨空白)：重置為純淨正式空庫供資料填報。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各部門可隨心所欲切換演練與正式狀態，無後顧之憂。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【效益量化】 PMS 系統導入量化與質化綜合效益評估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向管理階層與高階主管匯報之核心商業價值 (ROI)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時間與作業效率提升 95%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決策效率躍升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週二雙週出貨審查決策時間：由 120 分鐘大幅縮短至 5 分鐘以內完成。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3 階 MRP 全局推導計算時間：由過去手動拉表 3 天縮短為 0.2 秒即時完成。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跨部門溝通成本降低 80%：消除 Excel 表版本衝突與責任推諉。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庫存資金與呆滯風險歸零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資金佔用大幅下降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及時攔截客戶預測下修：採購端自動踩煞車，消除高達 8,000 萬元呆滯料積壓。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倉容分批到貨建議：原料倉平均庫存週轉天數優化 30% 以上，消除走道堆積。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WIP 時序差消除：避免因誤判缺料而重複採購或多開機台。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商務信賴度與交付率提升</a:t>
            </a:r>
          </a:p>
          <a:p>
            <a:pPr>
              <a:spcAft>
                <a:spcPts val="400"/>
              </a:spcAft>
              <a:defRPr sz="950" b="1">
                <a:solidFill>
                  <a:srgbClr val="0E7490"/>
                </a:solidFill>
                <a:latin typeface="微軟正黑體"/>
              </a:defRPr>
            </a:pPr>
            <a:r>
              <a:t>▶ 客戶信賴度提升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客戶預測偏差與供需透明化報告：賦能業務商務談判，化被動責難為主動背書。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準時交付率 (OTD)：預期由 92% 大幅提升至 99.2% 以上。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大幅提升國際一線醫療客戶 (ICU / MDX) 對我方製造管理能力之高度信賴。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64592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657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微軟正黑體"/>
              </a:defRPr>
            </a:pPr>
            <a:r>
              <a:t>【行動推進】 系統導入 Roadmap、跨部門分工與 Q&amp;A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微軟正黑體"/>
              </a:defRPr>
            </a:pPr>
            <a:r>
              <a:t>按部就班穩健推進 · 預計明年初正式全面上線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Phase 1: 主檔填報 (8~9月)</a:t>
            </a:r>
          </a:p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微軟正黑體"/>
              </a:defRPr>
            </a:pPr>
            <a:r>
              <a:t>▶ 現階段任務 (進行中)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業務部：整理 ICU / MDX 年度 Forecast 與近期正式訂單。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工程/品保：審查製品 BOM、模具克重、損耗率與全檢良率。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製造部：確認 15 組主力模具妥善穴數與週期標準值。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資材部：確認供應商交期、MOQ 與實體倉容限制。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Phase 2: 雙軌試跑 (10~11月)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微軟正黑體"/>
              </a:defRPr>
            </a:pPr>
            <a:r>
              <a:t>▶ 第二階段 (即將啟動)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雙軌並行 (Parallel Run)：每週二出貨會議同步使用舊 Excel 表與 PMS 系統驗證比對。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收集現場使用者回饋：進行介面微調與操作體驗優化。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完成與頂新 ERP 資料庫介面之拋轉對接與防呆測試。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29184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2889504" cy="456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微軟正黑體"/>
              </a:defRPr>
            </a:pPr>
            <a:r>
              <a:t>Phase 3: 正式上線 (明年初)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微軟正黑體"/>
              </a:defRPr>
            </a:pPr>
            <a:r>
              <a:t>▶ 正式全面上線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1 月 1 號/4 號正式全面切換至【正式生產模式】。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全面停用舊版手工表格，以 PMS 作為全廠單一事實來源 (SSOT)。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支援窗口：Wesley Chang (系統主導) / 各部門種子同仁。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現場 Q&amp;A 交流時間，歡迎各位長官與夥伴提問！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